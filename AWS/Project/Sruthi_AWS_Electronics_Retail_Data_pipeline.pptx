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98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Retail Analytics Pipeline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154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Retail  |  End-to-End AWS Data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3886200"/>
            <a:ext cx="201168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Capstone Project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Sruthi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 |  ITC Capstone 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417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84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98424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0" y="19842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5511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551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25511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118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11810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0" y="31181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685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6850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Data Modelling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36850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4251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818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48188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Improvements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48188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63040" y="53858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538581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538581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 |  ITC Capstone Project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set out to build with this project: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841248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91440" cy="8412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099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automated pipeline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025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clean, and transform multi-country sales data without manual steps in between.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64240" cy="841248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32888"/>
            <a:ext cx="91440" cy="8412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64261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view across currencies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93522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revenue across currencies so performance can genuinely be compared country to country.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465576"/>
            <a:ext cx="11064240" cy="841248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65576"/>
            <a:ext cx="91440" cy="8412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35753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reliable, historically accurate data model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86791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data properly so reporting reflects what was true at the time, not just today's state.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398264"/>
            <a:ext cx="11064240" cy="841248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398264"/>
            <a:ext cx="91440" cy="8412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50799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orchestration with monitoring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80060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full pipeline with built-in alerting, so failures and data-quality issues are caught immediately.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330952"/>
            <a:ext cx="11064240" cy="841248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330952"/>
            <a:ext cx="91440" cy="841248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54406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business-ready dashboard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73328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country, product, and brand-level insights that leadership can actually act on.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 |  ITC Capstone Project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electronics retailer runs sales across multiple countries, but every transaction sits in a single PostgreSQL database with no way to analyse it meaningfully by country.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103120" cy="457200"/>
          </a:xfrm>
          <a:prstGeom prst="rect">
            <a:avLst/>
          </a:prstGeom>
          <a:solidFill>
            <a:srgbClr val="EDF2F8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61488" y="2057400"/>
            <a:ext cx="2103120" cy="457200"/>
          </a:xfrm>
          <a:prstGeom prst="rect">
            <a:avLst/>
          </a:prstGeom>
          <a:solidFill>
            <a:srgbClr val="EDF2F8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61488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74336" y="2057400"/>
            <a:ext cx="2103120" cy="457200"/>
          </a:xfrm>
          <a:prstGeom prst="rect">
            <a:avLst/>
          </a:prstGeom>
          <a:solidFill>
            <a:srgbClr val="EDF2F8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74336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87184" y="2057400"/>
            <a:ext cx="2103120" cy="457200"/>
          </a:xfrm>
          <a:prstGeom prst="rect">
            <a:avLst/>
          </a:prstGeom>
          <a:solidFill>
            <a:srgbClr val="EDF2F8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87184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00032" y="2057400"/>
            <a:ext cx="2103120" cy="457200"/>
          </a:xfrm>
          <a:prstGeom prst="rect">
            <a:avLst/>
          </a:prstGeom>
          <a:solidFill>
            <a:srgbClr val="EDF2F8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00032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880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BY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5120640" cy="2331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4747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transactional database was built to run day-to-day operations, not to be queried for analysis. Getting a straight answer to a business question meant querying production directly or waiting on a manual export.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880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COMMON CURRENCY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246120"/>
            <a:ext cx="5120640" cy="2331720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4747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stored in each country's local currency. Without converting everything onto a common footing first, there's no honest way to compare revenue or performance across markets, let alone see a true global picture.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is not asking for one global number. It needs to compare market against market, on equal terms.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 |  ITC Capstone Project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10,000 sales records, along with the associated customer, product, and brand data behind them. Going in, the raw data had real quality problems.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NEEDED CLEANING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scattered across key fields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data types on numeric and date fields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with no valid link back to related tables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and trailing whitespace in text fields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numeric values, such as non-whole quantities</a:t>
            </a:r>
            <a:endParaRPr lang="en-US" sz="1300" dirty="0"/>
          </a:p>
          <a:p>
            <a:pPr marL="342900" indent="-342900">
              <a:lnSpc>
                <a:spcPts val="24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formatting and casing in text fields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783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ARRIVES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148840"/>
            <a:ext cx="5303520" cy="3017520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42316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runs as a batch process. AWS Database Migration Service continuously monitors the source PostgreSQL database for changes and reloads automatically whenever something changes, so the pipeline always works from current data rather than a stale snapshot.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solidFill>
            <a:srgbClr val="ED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6052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that fails validation downstream is rejected with a reason, not dropped silently, and rolled up into an automated exception report after each run.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 |  ITC Capstone Project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pic>
        <p:nvPicPr>
          <p:cNvPr id="4" name="Image 0" descr="/root/project/presentation/architecture_diagram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960120"/>
            <a:ext cx="9326880" cy="5257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 |  ITC Capstone Project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Data Modelling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fact table for sales, surrounded by dimension tables for stores, dates, customers, products, and exchange rates.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vs TYPE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120640" cy="2651760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products use Type 2 slowly changing dimensions, every historical version is preserved, so a record's state at the time of the sale is what a report actually sees.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Stores, dates, and exchange rates use Type 1, only the current version matters for these, so they're simply overwritten in place.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532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2016 order joins to the customer address and product price that applied in 2016, not to today's values.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60920" y="2039112"/>
            <a:ext cx="1691640" cy="1344168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2039112"/>
            <a:ext cx="0" cy="1344168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4645152"/>
            <a:ext cx="169164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4645152"/>
            <a:ext cx="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52560" y="5422392"/>
            <a:ext cx="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1783080"/>
            <a:ext cx="1280160" cy="512064"/>
          </a:xfrm>
          <a:prstGeom prst="rect">
            <a:avLst/>
          </a:prstGeom>
          <a:solidFill>
            <a:srgbClr val="ED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8288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048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104120" y="1783080"/>
            <a:ext cx="1280160" cy="512064"/>
          </a:xfrm>
          <a:prstGeom prst="rect">
            <a:avLst/>
          </a:prstGeom>
          <a:solidFill>
            <a:srgbClr val="ED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04120" y="18288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0104120" y="2048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4389120"/>
            <a:ext cx="1280160" cy="512064"/>
          </a:xfrm>
          <a:prstGeom prst="rect">
            <a:avLst/>
          </a:prstGeom>
          <a:solidFill>
            <a:srgbClr val="ED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44348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dim_stores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654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104120" y="4389120"/>
            <a:ext cx="1280160" cy="512064"/>
          </a:xfrm>
          <a:prstGeom prst="rect">
            <a:avLst/>
          </a:prstGeom>
          <a:solidFill>
            <a:srgbClr val="ED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104120" y="44348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104120" y="46542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412480" y="5166360"/>
            <a:ext cx="1280160" cy="512064"/>
          </a:xfrm>
          <a:prstGeom prst="rect">
            <a:avLst/>
          </a:prstGeom>
          <a:solidFill>
            <a:srgbClr val="EDF2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0" y="52120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dim_exchange_rates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54315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275320" y="2999232"/>
            <a:ext cx="1554480" cy="76809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75320" y="3108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33832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order line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5532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9,038 fact rows  |  2,850 customers  |  2,577 products  |  63 stores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 |  ITC Capstone Project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486400" cy="2286000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0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44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or Glue for the first layer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service should run the raw to curated transformation?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suits short, event-driven work. This is a schema-based batch job over full history, so I put the transformation in Glue and narrowed Lambda's role to triggering it when new files land.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0" y="1143000"/>
            <a:ext cx="5486400" cy="2286000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1143000"/>
            <a:ext cx="548640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134416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vs overwrite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Parquet files piling up in the curated layer.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0574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reprocesses the full load plus every CDC file, so overwrite is what keeps curated correct. Append was stacking a second copy of the entire history on every run.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486400" cy="2286000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49040"/>
            <a:ext cx="548640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502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CDC in the curated layer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writes a separate row for every change, so one customer appears many times.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634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keep every insert, update and delete as its own row in curated, deliberately, so nothing is lost. The gold job then resolves that history, latest wins for Type 1 and versioned for Type 2, so only the correct row reaches the warehouse.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3749040"/>
            <a:ext cx="5486400" cy="2286000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3749040"/>
            <a:ext cx="548640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39502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SCD with no starting history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initial version existed for customers or products, and every key came back NULL.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6634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start dates came from the CDC capture timestamp, always recent, while orders dated back to 2016, so no join ever matched. I anchored each entity's first version to a far-past date.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 |  ITC Capstone Project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Improvements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03520" cy="4480560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other than the DMS ingestion step reprocesses the full dataset from scratch on each run, rather than incrementally.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current scale of about 10,000 records, this keeps the logic simple, reliable, and self-correcting. As the dataset grows significantly, though, it would become slower and more resource intensive with every run.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143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03520" cy="4480560"/>
          </a:xfrm>
          <a:prstGeom prst="rect">
            <a:avLst/>
          </a:prstGeom>
          <a:solidFill>
            <a:srgbClr val="F7F9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processing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0756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Glue Job Bookmarks so each run only handles new or changed records instead of reprocessing everything, directly addressing the limitation on the left.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154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and timeout policies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4472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retries in the orchestration layer so transient errors don't stop the whole workflow on the first failure.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526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dashboard interactivity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481888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Drill-downs, cross-filtering, and richer views for customer and product behaviour.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 |  ITC Capstone Project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051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pic>
        <p:nvPicPr>
          <p:cNvPr id="8" name="Image 0" descr="/root/.claude/uploads/d8d9ca4c-182d-5ed0-bb82-48cd06f29877/aaaf102e-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0" y="1371600"/>
            <a:ext cx="5303520" cy="44805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 |  ITC Capstone Project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ECCEB3-AF96-3AAC-B75A-48996A27A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820" y="1371601"/>
            <a:ext cx="5125912" cy="4553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1062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Sruthi Muraleedharan Nair</cp:lastModifiedBy>
  <cp:revision>2</cp:revision>
  <dcterms:created xsi:type="dcterms:W3CDTF">2026-08-27T12:54:58Z</dcterms:created>
  <dcterms:modified xsi:type="dcterms:W3CDTF">2026-08-29T03:16:01Z</dcterms:modified>
</cp:coreProperties>
</file>